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Economica"/>
      <p:regular r:id="rId15"/>
      <p:bold r:id="rId16"/>
      <p:italic r:id="rId17"/>
      <p:boldItalic r:id="rId18"/>
    </p:embeddedFont>
    <p:embeddedFont>
      <p:font typeface="Open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6.xml"/><Relationship Id="rId22" Type="http://schemas.openxmlformats.org/officeDocument/2006/relationships/font" Target="fonts/OpenSans-boldItalic.fntdata"/><Relationship Id="rId10" Type="http://schemas.openxmlformats.org/officeDocument/2006/relationships/slide" Target="slides/slide5.xml"/><Relationship Id="rId21" Type="http://schemas.openxmlformats.org/officeDocument/2006/relationships/font" Target="fonts/Open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Economica-regular.fntdata"/><Relationship Id="rId14" Type="http://schemas.openxmlformats.org/officeDocument/2006/relationships/slide" Target="slides/slide9.xml"/><Relationship Id="rId17" Type="http://schemas.openxmlformats.org/officeDocument/2006/relationships/font" Target="fonts/Economica-italic.fntdata"/><Relationship Id="rId16" Type="http://schemas.openxmlformats.org/officeDocument/2006/relationships/font" Target="fonts/Economica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regular.fntdata"/><Relationship Id="rId6" Type="http://schemas.openxmlformats.org/officeDocument/2006/relationships/slide" Target="slides/slide1.xml"/><Relationship Id="rId18" Type="http://schemas.openxmlformats.org/officeDocument/2006/relationships/font" Target="fonts/Economica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a10d0bea0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a10d0bea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a10d0bea0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ea10d0bea0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a10d0bea0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ea10d0bea0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a10d0bea0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a10d0bea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a10d0bea0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a10d0bea0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a10d0bea0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a10d0bea0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a10d0bea0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a10d0bea0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a10d0bea0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ea10d0bea0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entigo.com/blog/how-to-reduce-lead-time-in-software-development-with-devops-and-value-stream-management" TargetMode="External"/><Relationship Id="rId4" Type="http://schemas.openxmlformats.org/officeDocument/2006/relationships/hyperlink" Target="https://axify.io/blog/deployment-time" TargetMode="External"/><Relationship Id="rId5" Type="http://schemas.openxmlformats.org/officeDocument/2006/relationships/hyperlink" Target="https://www.usehaystack.io/blog/lead-time-cycle-time-change-lead-tim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Technology Value Stream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 Rojas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 1.2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07-Jun-26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Defining Lead Time Vs Processing Time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they?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Lead Time</a:t>
            </a:r>
            <a:endParaRPr u="sng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clock starts when a feature request or bug fix ticket is </a:t>
            </a:r>
            <a:r>
              <a:rPr lang="en"/>
              <a:t>created</a:t>
            </a:r>
            <a:r>
              <a:rPr lang="en"/>
              <a:t>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clock stops when the feature or fix is deployed.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/>
              <a:t>Example</a:t>
            </a:r>
            <a:endParaRPr u="sng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time from when you call in a pizza delivery to when you </a:t>
            </a:r>
            <a:r>
              <a:rPr lang="en"/>
              <a:t>receive</a:t>
            </a:r>
            <a:r>
              <a:rPr lang="en"/>
              <a:t> your pizza.</a:t>
            </a:r>
            <a:endParaRPr/>
          </a:p>
        </p:txBody>
      </p:sp>
      <p:sp>
        <p:nvSpPr>
          <p:cNvPr id="75" name="Google Shape;75;p1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Process Time (also called cycle time)</a:t>
            </a:r>
            <a:endParaRPr u="sng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clock starts when the dev team starts working the ticket.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clock stops when the feature or fix is deployed.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/>
              <a:t>Example</a:t>
            </a:r>
            <a:endParaRPr u="sng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time when your pizza starts being made to when you receive your pizza.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Lead Time, Cycle Time &amp; Change Lead Time. Haystack. (n.d.). https://www.usehaystack.io/blog/lead-time-cycle-time-change-lead-time</a:t>
            </a:r>
            <a:endParaRPr/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62000"/>
            <a:ext cx="8839200" cy="294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Common Scenario: Deployment Lead Times Requiring Months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it taking so long?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Higher priority tickets come up forcing other </a:t>
            </a:r>
            <a:r>
              <a:rPr lang="en"/>
              <a:t>tickets </a:t>
            </a:r>
            <a:r>
              <a:rPr lang="en"/>
              <a:t>to stay in or be put back into the backlog until </a:t>
            </a:r>
            <a:r>
              <a:rPr i="1" lang="en"/>
              <a:t>they</a:t>
            </a:r>
            <a:r>
              <a:rPr lang="en"/>
              <a:t> are prioritized.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Feature requests are being over-designed and/or over-</a:t>
            </a:r>
            <a:r>
              <a:rPr lang="en"/>
              <a:t>complicated (bloat). What could have been a simple effort has become bloated leading to dragged out timelines.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effort is forced to pass through many hands (devs, approvers, testers, etc.) start to end leading to more chances for it to get deprioritized or forgotten.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Huge long-lived PRs can also lead to merge conflicts between branches forcing devs to deconflict and increasing deployment times.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DevOps Ideal: Deployment Lead Times of Minutes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improve?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Break tickets down to appropriately small efforts.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Having a </a:t>
            </a:r>
            <a:r>
              <a:rPr lang="en"/>
              <a:t>monolithic</a:t>
            </a:r>
            <a:r>
              <a:rPr lang="en"/>
              <a:t> PRs can leads to longer, more involved reviews forced on other devs and can lead to more bugs being introduced.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Huge PRs can lead to merge conflicts which need to be worked out before they are deployed.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Write good </a:t>
            </a:r>
            <a:r>
              <a:rPr lang="en"/>
              <a:t>unit/integration tests.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Properly written tests can speed along deployment. Poorly written tests can lead to resource hogging, failures, and long deployment times.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tests fail in the pipeline, devs could see where the failures occurred and </a:t>
            </a:r>
            <a:r>
              <a:rPr lang="en"/>
              <a:t>remedy</a:t>
            </a:r>
            <a:r>
              <a:rPr lang="en"/>
              <a:t> it themselves without needing a devops engineer.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Streamline and automate as much of the </a:t>
            </a:r>
            <a:r>
              <a:rPr lang="en"/>
              <a:t>deployment</a:t>
            </a:r>
            <a:r>
              <a:rPr lang="en"/>
              <a:t> pipeline as practical/possible.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Faster deployment times if devs can start and finish a deployment on their own by creating a PR without needing a devops engineer.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Citation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reduce lead time in software development with DevOps and value stream management. Entigo. (n.d.).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https://www.entigo.com/blog/how-to-reduce-lead-time-in-software-development-with-devops-and-value-stream-management</a:t>
            </a:r>
            <a:endParaRPr/>
          </a:p>
          <a:p>
            <a:pPr indent="-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Walsh, A. (2025, May 12). The Ultimate Guide to Optimizing Deployment Time.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https://axify.io/blog/deployment-time</a:t>
            </a:r>
            <a:endParaRPr/>
          </a:p>
          <a:p>
            <a:pPr indent="-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Lead Time, Cycle Time &amp; Change Lead Time. Haystack. (n.d.). </a:t>
            </a:r>
            <a:r>
              <a:rPr lang="en" u="sng">
                <a:solidFill>
                  <a:schemeClr val="hlink"/>
                </a:solidFill>
                <a:hlinkClick r:id="rId5"/>
              </a:rPr>
              <a:t>https://www.usehaystack.io/blog/lead-time-cycle-time-change-lead-time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